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7401" y="837597"/>
            <a:ext cx="3030854" cy="427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13" Type="http://schemas.openxmlformats.org/officeDocument/2006/relationships/image" Target="../media/image17.png" /><Relationship Id="rId18" Type="http://schemas.openxmlformats.org/officeDocument/2006/relationships/image" Target="../media/image22.png" /><Relationship Id="rId3" Type="http://schemas.openxmlformats.org/officeDocument/2006/relationships/image" Target="../media/image7.png" /><Relationship Id="rId21" Type="http://schemas.openxmlformats.org/officeDocument/2006/relationships/image" Target="../media/image25.png" /><Relationship Id="rId7" Type="http://schemas.openxmlformats.org/officeDocument/2006/relationships/image" Target="../media/image11.png" /><Relationship Id="rId12" Type="http://schemas.openxmlformats.org/officeDocument/2006/relationships/image" Target="../media/image16.png" /><Relationship Id="rId17" Type="http://schemas.openxmlformats.org/officeDocument/2006/relationships/image" Target="../media/image21.png" /><Relationship Id="rId2" Type="http://schemas.openxmlformats.org/officeDocument/2006/relationships/image" Target="../media/image6.png" /><Relationship Id="rId16" Type="http://schemas.openxmlformats.org/officeDocument/2006/relationships/image" Target="../media/image20.png" /><Relationship Id="rId20" Type="http://schemas.openxmlformats.org/officeDocument/2006/relationships/image" Target="../media/image24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0.png" /><Relationship Id="rId11" Type="http://schemas.openxmlformats.org/officeDocument/2006/relationships/image" Target="../media/image15.png" /><Relationship Id="rId24" Type="http://schemas.openxmlformats.org/officeDocument/2006/relationships/image" Target="../media/image28.png" /><Relationship Id="rId5" Type="http://schemas.openxmlformats.org/officeDocument/2006/relationships/image" Target="../media/image9.png" /><Relationship Id="rId15" Type="http://schemas.openxmlformats.org/officeDocument/2006/relationships/image" Target="../media/image19.png" /><Relationship Id="rId23" Type="http://schemas.openxmlformats.org/officeDocument/2006/relationships/image" Target="../media/image27.png" /><Relationship Id="rId10" Type="http://schemas.openxmlformats.org/officeDocument/2006/relationships/image" Target="../media/image14.png" /><Relationship Id="rId19" Type="http://schemas.openxmlformats.org/officeDocument/2006/relationships/image" Target="../media/image23.png" /><Relationship Id="rId4" Type="http://schemas.openxmlformats.org/officeDocument/2006/relationships/image" Target="../media/image8.png" /><Relationship Id="rId9" Type="http://schemas.openxmlformats.org/officeDocument/2006/relationships/image" Target="../media/image13.png" /><Relationship Id="rId14" Type="http://schemas.openxmlformats.org/officeDocument/2006/relationships/image" Target="../media/image18.png" /><Relationship Id="rId22" Type="http://schemas.openxmlformats.org/officeDocument/2006/relationships/image" Target="../media/image2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40.png" /><Relationship Id="rId3" Type="http://schemas.openxmlformats.org/officeDocument/2006/relationships/image" Target="../media/image30.png" /><Relationship Id="rId7" Type="http://schemas.openxmlformats.org/officeDocument/2006/relationships/image" Target="../media/image34.png" /><Relationship Id="rId12" Type="http://schemas.openxmlformats.org/officeDocument/2006/relationships/image" Target="../media/image39.png" /><Relationship Id="rId17" Type="http://schemas.openxmlformats.org/officeDocument/2006/relationships/image" Target="../media/image44.png" /><Relationship Id="rId2" Type="http://schemas.openxmlformats.org/officeDocument/2006/relationships/image" Target="../media/image29.png" /><Relationship Id="rId16" Type="http://schemas.openxmlformats.org/officeDocument/2006/relationships/image" Target="../media/image4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3.png" /><Relationship Id="rId11" Type="http://schemas.openxmlformats.org/officeDocument/2006/relationships/image" Target="../media/image38.png" /><Relationship Id="rId5" Type="http://schemas.openxmlformats.org/officeDocument/2006/relationships/image" Target="../media/image32.png" /><Relationship Id="rId15" Type="http://schemas.openxmlformats.org/officeDocument/2006/relationships/image" Target="../media/image42.png" /><Relationship Id="rId10" Type="http://schemas.openxmlformats.org/officeDocument/2006/relationships/image" Target="../media/image37.png" /><Relationship Id="rId4" Type="http://schemas.openxmlformats.org/officeDocument/2006/relationships/image" Target="../media/image31.png" /><Relationship Id="rId9" Type="http://schemas.openxmlformats.org/officeDocument/2006/relationships/image" Target="../media/image36.png" /><Relationship Id="rId14" Type="http://schemas.openxmlformats.org/officeDocument/2006/relationships/image" Target="../media/image41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 /><Relationship Id="rId3" Type="http://schemas.openxmlformats.org/officeDocument/2006/relationships/image" Target="../media/image46.png" /><Relationship Id="rId7" Type="http://schemas.openxmlformats.org/officeDocument/2006/relationships/image" Target="../media/image50.png" /><Relationship Id="rId2" Type="http://schemas.openxmlformats.org/officeDocument/2006/relationships/image" Target="../media/image4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49.png" /><Relationship Id="rId5" Type="http://schemas.openxmlformats.org/officeDocument/2006/relationships/image" Target="../media/image48.png" /><Relationship Id="rId4" Type="http://schemas.openxmlformats.org/officeDocument/2006/relationships/image" Target="../media/image47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AD037B-2804-9F03-30E1-1F77D990A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55854"/>
              </p:ext>
            </p:extLst>
          </p:nvPr>
        </p:nvGraphicFramePr>
        <p:xfrm>
          <a:off x="957255" y="65838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A66115-047A-43CB-3245-7F69F23EC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935976"/>
              </p:ext>
            </p:extLst>
          </p:nvPr>
        </p:nvGraphicFramePr>
        <p:xfrm>
          <a:off x="1109655" y="67362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293C83-0F46-D5A6-7028-194BD9991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69997"/>
              </p:ext>
            </p:extLst>
          </p:nvPr>
        </p:nvGraphicFramePr>
        <p:xfrm>
          <a:off x="1262055" y="68886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68876D-602F-152A-C812-E89B8C1ECB19}"/>
              </a:ext>
            </a:extLst>
          </p:cNvPr>
          <p:cNvSpPr txBox="1"/>
          <p:nvPr/>
        </p:nvSpPr>
        <p:spPr>
          <a:xfrm>
            <a:off x="957255" y="3531031"/>
            <a:ext cx="614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/>
              <a:t>ONLINE MARBLE SHOPPING 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21517-3994-73F6-86D6-462C2E1D7CA5}"/>
              </a:ext>
            </a:extLst>
          </p:cNvPr>
          <p:cNvSpPr txBox="1"/>
          <p:nvPr/>
        </p:nvSpPr>
        <p:spPr>
          <a:xfrm>
            <a:off x="5585382" y="5671930"/>
            <a:ext cx="2459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NASARI K</a:t>
            </a:r>
          </a:p>
          <a:p>
            <a:pPr algn="l"/>
            <a:r>
              <a:rPr lang="en-IN" dirty="0"/>
              <a:t>ROLL NO:35</a:t>
            </a:r>
          </a:p>
          <a:p>
            <a:pPr algn="l"/>
            <a:r>
              <a:rPr lang="en-IN" dirty="0"/>
              <a:t>MCA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1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5" dirty="0"/>
              <a:t>DATA</a:t>
            </a:r>
            <a:r>
              <a:rPr spc="-50" dirty="0"/>
              <a:t> </a:t>
            </a:r>
            <a:r>
              <a:rPr dirty="0"/>
              <a:t>FLOW</a:t>
            </a:r>
            <a:r>
              <a:rPr spc="-5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401" y="2448286"/>
            <a:ext cx="8451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50" dirty="0">
                <a:latin typeface="Calibri"/>
                <a:cs typeface="Calibri"/>
              </a:rPr>
              <a:t>0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8019" y="3370155"/>
            <a:ext cx="5384800" cy="2192655"/>
            <a:chOff x="878019" y="3370155"/>
            <a:chExt cx="5384800" cy="21926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019" y="4944046"/>
              <a:ext cx="1173679" cy="6181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019" y="3370155"/>
              <a:ext cx="5384591" cy="13693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861" y="4596111"/>
              <a:ext cx="967613" cy="3942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6902" y="4658826"/>
              <a:ext cx="1075126" cy="4569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1952" y="4166060"/>
              <a:ext cx="806344" cy="53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1953" y="1445223"/>
            <a:ext cx="8148560" cy="8551312"/>
            <a:chOff x="671953" y="1445223"/>
            <a:chExt cx="8148560" cy="855131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953" y="1445223"/>
              <a:ext cx="3538957" cy="9228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7484" y="1552735"/>
              <a:ext cx="1263273" cy="6002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3332" y="1507938"/>
              <a:ext cx="783948" cy="82963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5227" y="2003470"/>
              <a:ext cx="994491" cy="7705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2992" y="1788445"/>
              <a:ext cx="994491" cy="537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8678" y="2400449"/>
              <a:ext cx="1370786" cy="8332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4186" y="2248139"/>
              <a:ext cx="1218476" cy="11736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9973" y="2364611"/>
              <a:ext cx="1639567" cy="20337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1192" y="2364611"/>
              <a:ext cx="1962105" cy="30372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6166" y="2364611"/>
              <a:ext cx="2212968" cy="40675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8654" y="2364611"/>
              <a:ext cx="2266724" cy="50799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13331" y="2172376"/>
              <a:ext cx="2436954" cy="59848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13332" y="2060700"/>
              <a:ext cx="2607181" cy="79358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00505" y="2373570"/>
              <a:ext cx="2221927" cy="6271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0353" y="3292959"/>
              <a:ext cx="3386647" cy="8690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83475" y="4301941"/>
              <a:ext cx="3395607" cy="8421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53704" y="7225467"/>
              <a:ext cx="1281192" cy="8690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46191" y="5263362"/>
              <a:ext cx="3476241" cy="8690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90988" y="6266813"/>
              <a:ext cx="3413526" cy="8690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26825" y="9115899"/>
              <a:ext cx="3323932" cy="7973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89541" y="8157245"/>
              <a:ext cx="3314972" cy="8690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6750" y="7055239"/>
              <a:ext cx="869060" cy="8690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43855" y="7055239"/>
              <a:ext cx="895938" cy="582359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C6F8298-AE80-6DD2-C25A-41A99AF2BF1C}"/>
              </a:ext>
            </a:extLst>
          </p:cNvPr>
          <p:cNvSpPr/>
          <p:nvPr/>
        </p:nvSpPr>
        <p:spPr>
          <a:xfrm>
            <a:off x="6244692" y="1180691"/>
            <a:ext cx="1753454" cy="88777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35C494-FDF9-1E18-B21C-D8845CFA6172}"/>
              </a:ext>
            </a:extLst>
          </p:cNvPr>
          <p:cNvSpPr/>
          <p:nvPr/>
        </p:nvSpPr>
        <p:spPr>
          <a:xfrm>
            <a:off x="6169346" y="4156756"/>
            <a:ext cx="18288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AED1D0-A405-78DB-CD6E-B952AB844EE3}"/>
              </a:ext>
            </a:extLst>
          </p:cNvPr>
          <p:cNvSpPr/>
          <p:nvPr/>
        </p:nvSpPr>
        <p:spPr>
          <a:xfrm flipV="1">
            <a:off x="6207460" y="1933354"/>
            <a:ext cx="1721014" cy="2789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r>
              <a:rPr lang="en-IN" sz="2050" spc="-25" dirty="0">
                <a:latin typeface="Calibri"/>
                <a:cs typeface="Calibri"/>
              </a:rPr>
              <a:t>.1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40735" y="1743648"/>
            <a:ext cx="5984875" cy="6278245"/>
            <a:chOff x="940735" y="1743648"/>
            <a:chExt cx="5984875" cy="6278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735" y="1779486"/>
              <a:ext cx="5303956" cy="904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6545" y="1743648"/>
              <a:ext cx="869060" cy="55816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1699" y="2248139"/>
              <a:ext cx="904897" cy="7884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0430" y="2481083"/>
              <a:ext cx="1227435" cy="13349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2461" y="2499002"/>
              <a:ext cx="1675405" cy="22398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9517" y="2499002"/>
              <a:ext cx="1890430" cy="31178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5126" y="2481083"/>
              <a:ext cx="2069618" cy="40138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7613" y="2499002"/>
              <a:ext cx="2221927" cy="4918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7638" y="2734712"/>
              <a:ext cx="3306013" cy="8780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30277" y="3472147"/>
              <a:ext cx="1173679" cy="5644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65556" y="3716816"/>
              <a:ext cx="1164720" cy="8332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1394" y="4609328"/>
              <a:ext cx="3323932" cy="8153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83475" y="5483918"/>
              <a:ext cx="3368729" cy="7615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55150" y="6313715"/>
              <a:ext cx="3288094" cy="7973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1546" y="6898839"/>
              <a:ext cx="1084085" cy="6629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53704" y="7197264"/>
              <a:ext cx="1155760" cy="824263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1EFA294-7653-11DF-8809-97BDFD55808A}"/>
              </a:ext>
            </a:extLst>
          </p:cNvPr>
          <p:cNvSpPr/>
          <p:nvPr/>
        </p:nvSpPr>
        <p:spPr>
          <a:xfrm>
            <a:off x="6110300" y="1743648"/>
            <a:ext cx="1729703" cy="5453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1723249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r>
              <a:rPr lang="en-IN" sz="2050" spc="-25" dirty="0">
                <a:latin typeface="Calibri"/>
                <a:cs typeface="Calibri"/>
              </a:rPr>
              <a:t>.2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401" y="5524727"/>
            <a:ext cx="2341245" cy="1289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60" dirty="0">
                <a:latin typeface="Calibri"/>
                <a:cs typeface="Calibri"/>
              </a:rPr>
              <a:t>DATABASE </a:t>
            </a:r>
            <a:r>
              <a:rPr sz="2450" spc="-10" dirty="0">
                <a:latin typeface="Calibri"/>
                <a:cs typeface="Calibri"/>
              </a:rPr>
              <a:t>DESIGN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50" spc="-10" dirty="0">
                <a:latin typeface="Calibri"/>
                <a:cs typeface="Calibri"/>
              </a:rPr>
              <a:t>LOGIN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982597"/>
              </p:ext>
            </p:extLst>
          </p:nvPr>
        </p:nvGraphicFramePr>
        <p:xfrm>
          <a:off x="860102" y="7445512"/>
          <a:ext cx="5009561" cy="109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3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97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LOGIN_ID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VARCHAR(45)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VARCHAR(45)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30329" y="2507961"/>
            <a:ext cx="6101715" cy="2266315"/>
            <a:chOff x="1030329" y="2507961"/>
            <a:chExt cx="6101715" cy="2266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1469" y="2606514"/>
              <a:ext cx="1191598" cy="6898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5961" y="2507961"/>
              <a:ext cx="725710" cy="869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0329" y="2606514"/>
              <a:ext cx="3601673" cy="940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4643" y="3284001"/>
              <a:ext cx="1146801" cy="8063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4083" y="3095854"/>
              <a:ext cx="806344" cy="537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7840" y="3454229"/>
              <a:ext cx="922816" cy="788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8729" y="3833288"/>
              <a:ext cx="1317029" cy="9407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612" y="1281471"/>
            <a:ext cx="153416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DELIVERY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BOY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163788"/>
              </p:ext>
            </p:extLst>
          </p:nvPr>
        </p:nvGraphicFramePr>
        <p:xfrm>
          <a:off x="860101" y="2174142"/>
          <a:ext cx="5375909" cy="223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lang="en-IN" sz="1700" spc="-10" dirty="0">
                          <a:latin typeface="Calibri"/>
                          <a:cs typeface="Calibri"/>
                        </a:rPr>
                        <a:t>D_PLACE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D_PHONE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D_EMAIL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D_PROOF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5287390"/>
            <a:ext cx="58610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Calibri"/>
                <a:cs typeface="Calibri"/>
              </a:rPr>
              <a:t>USER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87563"/>
              </p:ext>
            </p:extLst>
          </p:nvPr>
        </p:nvGraphicFramePr>
        <p:xfrm>
          <a:off x="860101" y="6187944"/>
          <a:ext cx="5375909" cy="221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USERNAME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lang="en-IN" sz="1700" spc="-10" dirty="0">
                          <a:latin typeface="Calibri"/>
                          <a:cs typeface="Calibri"/>
                        </a:rPr>
                        <a:t>D_PLACE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U_PHONE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U_EMAIL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U_PROOF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91186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VEHICLE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01" y="1732141"/>
          <a:ext cx="5375909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V_ID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V_NUMBER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VARCHAR(20)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V_MODEL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4031291"/>
            <a:ext cx="107505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PRODUCT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0101" y="4933631"/>
          <a:ext cx="5375909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P_ID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P_PRICE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P_IMAGE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76A061-CDDA-97EB-B8BB-2E39E81EADB4}"/>
              </a:ext>
            </a:extLst>
          </p:cNvPr>
          <p:cNvSpPr txBox="1"/>
          <p:nvPr/>
        </p:nvSpPr>
        <p:spPr>
          <a:xfrm>
            <a:off x="1942723" y="4843779"/>
            <a:ext cx="3885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1281471"/>
            <a:ext cx="77533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ORDER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01" y="2174142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USER_ID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P_ID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QUALITY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5015949"/>
            <a:ext cx="82105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ASSIGN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0101" y="5913183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A_ID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STATUS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3239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COMPLAINT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01" y="1732141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C_ID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COMPLAINT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REPLY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4574174"/>
            <a:ext cx="105346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35" dirty="0">
                <a:latin typeface="Calibri"/>
                <a:cs typeface="Calibri"/>
              </a:rPr>
              <a:t>PAYMENT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0101" y="5471188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PAYMENT_ID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AMOUNT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VARCHAR(20)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DATA FLOW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DFD.pdf</dc:title>
  <cp:lastModifiedBy>nasarinasari143@gmail.com</cp:lastModifiedBy>
  <cp:revision>7</cp:revision>
  <dcterms:created xsi:type="dcterms:W3CDTF">2024-08-30T07:04:23Z</dcterms:created>
  <dcterms:modified xsi:type="dcterms:W3CDTF">2024-08-30T16:08:05Z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Skia/PDF m129 Google Docs Renderer</vt:lpwstr>
  </property>
</Properties>
</file>