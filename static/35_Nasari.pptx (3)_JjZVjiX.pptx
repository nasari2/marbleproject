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5" r:id="rId2"/>
    <p:sldId id="256" r:id="rId3"/>
    <p:sldId id="257" r:id="rId4"/>
    <p:sldId id="258" r:id="rId5"/>
    <p:sldId id="259" r:id="rId6"/>
    <p:sldId id="261" r:id="rId7"/>
    <p:sldId id="262" r:id="rId8"/>
    <p:sldId id="263" r:id="rId9"/>
    <p:sldId id="264" r:id="rId10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7401" y="837597"/>
            <a:ext cx="3030854" cy="4273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5.png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 /><Relationship Id="rId13" Type="http://schemas.openxmlformats.org/officeDocument/2006/relationships/image" Target="../media/image17.png" /><Relationship Id="rId18" Type="http://schemas.openxmlformats.org/officeDocument/2006/relationships/image" Target="../media/image22.png" /><Relationship Id="rId3" Type="http://schemas.openxmlformats.org/officeDocument/2006/relationships/image" Target="../media/image7.png" /><Relationship Id="rId21" Type="http://schemas.openxmlformats.org/officeDocument/2006/relationships/image" Target="../media/image25.png" /><Relationship Id="rId7" Type="http://schemas.openxmlformats.org/officeDocument/2006/relationships/image" Target="../media/image11.png" /><Relationship Id="rId12" Type="http://schemas.openxmlformats.org/officeDocument/2006/relationships/image" Target="../media/image16.png" /><Relationship Id="rId17" Type="http://schemas.openxmlformats.org/officeDocument/2006/relationships/image" Target="../media/image21.png" /><Relationship Id="rId2" Type="http://schemas.openxmlformats.org/officeDocument/2006/relationships/image" Target="../media/image6.png" /><Relationship Id="rId16" Type="http://schemas.openxmlformats.org/officeDocument/2006/relationships/image" Target="../media/image20.png" /><Relationship Id="rId20" Type="http://schemas.openxmlformats.org/officeDocument/2006/relationships/image" Target="../media/image24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10.png" /><Relationship Id="rId11" Type="http://schemas.openxmlformats.org/officeDocument/2006/relationships/image" Target="../media/image15.png" /><Relationship Id="rId24" Type="http://schemas.openxmlformats.org/officeDocument/2006/relationships/image" Target="../media/image28.png" /><Relationship Id="rId5" Type="http://schemas.openxmlformats.org/officeDocument/2006/relationships/image" Target="../media/image9.png" /><Relationship Id="rId15" Type="http://schemas.openxmlformats.org/officeDocument/2006/relationships/image" Target="../media/image19.png" /><Relationship Id="rId23" Type="http://schemas.openxmlformats.org/officeDocument/2006/relationships/image" Target="../media/image27.png" /><Relationship Id="rId10" Type="http://schemas.openxmlformats.org/officeDocument/2006/relationships/image" Target="../media/image14.png" /><Relationship Id="rId19" Type="http://schemas.openxmlformats.org/officeDocument/2006/relationships/image" Target="../media/image23.png" /><Relationship Id="rId4" Type="http://schemas.openxmlformats.org/officeDocument/2006/relationships/image" Target="../media/image8.png" /><Relationship Id="rId9" Type="http://schemas.openxmlformats.org/officeDocument/2006/relationships/image" Target="../media/image13.png" /><Relationship Id="rId14" Type="http://schemas.openxmlformats.org/officeDocument/2006/relationships/image" Target="../media/image18.png" /><Relationship Id="rId22" Type="http://schemas.openxmlformats.org/officeDocument/2006/relationships/image" Target="../media/image26.png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 /><Relationship Id="rId13" Type="http://schemas.openxmlformats.org/officeDocument/2006/relationships/image" Target="../media/image40.png" /><Relationship Id="rId3" Type="http://schemas.openxmlformats.org/officeDocument/2006/relationships/image" Target="../media/image30.png" /><Relationship Id="rId7" Type="http://schemas.openxmlformats.org/officeDocument/2006/relationships/image" Target="../media/image34.png" /><Relationship Id="rId12" Type="http://schemas.openxmlformats.org/officeDocument/2006/relationships/image" Target="../media/image39.png" /><Relationship Id="rId17" Type="http://schemas.openxmlformats.org/officeDocument/2006/relationships/image" Target="../media/image44.png" /><Relationship Id="rId2" Type="http://schemas.openxmlformats.org/officeDocument/2006/relationships/image" Target="../media/image29.png" /><Relationship Id="rId16" Type="http://schemas.openxmlformats.org/officeDocument/2006/relationships/image" Target="../media/image43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33.png" /><Relationship Id="rId11" Type="http://schemas.openxmlformats.org/officeDocument/2006/relationships/image" Target="../media/image38.png" /><Relationship Id="rId5" Type="http://schemas.openxmlformats.org/officeDocument/2006/relationships/image" Target="../media/image32.png" /><Relationship Id="rId15" Type="http://schemas.openxmlformats.org/officeDocument/2006/relationships/image" Target="../media/image42.png" /><Relationship Id="rId10" Type="http://schemas.openxmlformats.org/officeDocument/2006/relationships/image" Target="../media/image37.png" /><Relationship Id="rId4" Type="http://schemas.openxmlformats.org/officeDocument/2006/relationships/image" Target="../media/image31.png" /><Relationship Id="rId9" Type="http://schemas.openxmlformats.org/officeDocument/2006/relationships/image" Target="../media/image36.png" /><Relationship Id="rId14" Type="http://schemas.openxmlformats.org/officeDocument/2006/relationships/image" Target="../media/image41.png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 /><Relationship Id="rId3" Type="http://schemas.openxmlformats.org/officeDocument/2006/relationships/image" Target="../media/image46.png" /><Relationship Id="rId7" Type="http://schemas.openxmlformats.org/officeDocument/2006/relationships/image" Target="../media/image50.png" /><Relationship Id="rId2" Type="http://schemas.openxmlformats.org/officeDocument/2006/relationships/image" Target="../media/image45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49.png" /><Relationship Id="rId5" Type="http://schemas.openxmlformats.org/officeDocument/2006/relationships/image" Target="../media/image48.png" /><Relationship Id="rId4" Type="http://schemas.openxmlformats.org/officeDocument/2006/relationships/image" Target="../media/image47.png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4AD037B-2804-9F03-30E1-1F77D990A9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555854"/>
              </p:ext>
            </p:extLst>
          </p:nvPr>
        </p:nvGraphicFramePr>
        <p:xfrm>
          <a:off x="957255" y="6583881"/>
          <a:ext cx="518160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2775829819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4254828434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604225364"/>
                    </a:ext>
                  </a:extLst>
                </a:gridCol>
              </a:tblGrid>
              <a:tr h="1366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052751"/>
                  </a:ext>
                </a:extLst>
              </a:tr>
              <a:tr h="1366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663110"/>
                  </a:ext>
                </a:extLst>
              </a:tr>
              <a:tr h="1366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2457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5A66115-047A-43CB-3245-7F69F23ECC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935976"/>
              </p:ext>
            </p:extLst>
          </p:nvPr>
        </p:nvGraphicFramePr>
        <p:xfrm>
          <a:off x="1109655" y="6736281"/>
          <a:ext cx="518160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2775829819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4254828434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604225364"/>
                    </a:ext>
                  </a:extLst>
                </a:gridCol>
              </a:tblGrid>
              <a:tr h="1366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052751"/>
                  </a:ext>
                </a:extLst>
              </a:tr>
              <a:tr h="1366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663110"/>
                  </a:ext>
                </a:extLst>
              </a:tr>
              <a:tr h="1366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2457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D293C83-0F46-D5A6-7028-194BD9991C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169997"/>
              </p:ext>
            </p:extLst>
          </p:nvPr>
        </p:nvGraphicFramePr>
        <p:xfrm>
          <a:off x="1262055" y="6888681"/>
          <a:ext cx="518160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2775829819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4254828434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604225364"/>
                    </a:ext>
                  </a:extLst>
                </a:gridCol>
              </a:tblGrid>
              <a:tr h="1366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052751"/>
                  </a:ext>
                </a:extLst>
              </a:tr>
              <a:tr h="1366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663110"/>
                  </a:ext>
                </a:extLst>
              </a:tr>
              <a:tr h="1366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2457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D68876D-602F-152A-C812-E89B8C1ECB19}"/>
              </a:ext>
            </a:extLst>
          </p:cNvPr>
          <p:cNvSpPr txBox="1"/>
          <p:nvPr/>
        </p:nvSpPr>
        <p:spPr>
          <a:xfrm>
            <a:off x="957255" y="3531031"/>
            <a:ext cx="61412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3200" dirty="0"/>
              <a:t>ONLINE MARBLE SHOPPING </a:t>
            </a:r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D21517-3994-73F6-86D6-462C2E1D7CA5}"/>
              </a:ext>
            </a:extLst>
          </p:cNvPr>
          <p:cNvSpPr txBox="1"/>
          <p:nvPr/>
        </p:nvSpPr>
        <p:spPr>
          <a:xfrm>
            <a:off x="5585382" y="5671930"/>
            <a:ext cx="2459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NASARI K</a:t>
            </a:r>
          </a:p>
          <a:p>
            <a:pPr algn="l"/>
            <a:r>
              <a:rPr lang="en-IN" dirty="0"/>
              <a:t>ROLL NO:35</a:t>
            </a:r>
          </a:p>
          <a:p>
            <a:pPr algn="l"/>
            <a:r>
              <a:rPr lang="en-IN" dirty="0"/>
              <a:t>MCA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615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85" dirty="0"/>
              <a:t>DATA</a:t>
            </a:r>
            <a:r>
              <a:rPr spc="-50" dirty="0"/>
              <a:t> </a:t>
            </a:r>
            <a:r>
              <a:rPr dirty="0"/>
              <a:t>FLOW</a:t>
            </a:r>
            <a:r>
              <a:rPr spc="-50" dirty="0"/>
              <a:t> </a:t>
            </a:r>
            <a:r>
              <a:rPr spc="-10" dirty="0"/>
              <a:t>DIAGRAM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7401" y="2448286"/>
            <a:ext cx="845185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Calibri"/>
                <a:cs typeface="Calibri"/>
              </a:rPr>
              <a:t>LEVEL </a:t>
            </a:r>
            <a:r>
              <a:rPr sz="2050" spc="-50" dirty="0">
                <a:latin typeface="Calibri"/>
                <a:cs typeface="Calibri"/>
              </a:rPr>
              <a:t>0</a:t>
            </a:r>
            <a:endParaRPr sz="205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78019" y="3370155"/>
            <a:ext cx="5384800" cy="2192655"/>
            <a:chOff x="878019" y="3370155"/>
            <a:chExt cx="5384800" cy="21926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8019" y="4944046"/>
              <a:ext cx="1173679" cy="61819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8019" y="3370155"/>
              <a:ext cx="5384591" cy="136930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15861" y="4596111"/>
              <a:ext cx="967613" cy="3942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6902" y="4658826"/>
              <a:ext cx="1075126" cy="45692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01952" y="4166060"/>
              <a:ext cx="806344" cy="537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401" y="839696"/>
            <a:ext cx="1044575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Calibri"/>
                <a:cs typeface="Calibri"/>
              </a:rPr>
              <a:t>LEVEL </a:t>
            </a:r>
            <a:r>
              <a:rPr sz="2050" spc="-25" dirty="0">
                <a:latin typeface="Calibri"/>
                <a:cs typeface="Calibri"/>
              </a:rPr>
              <a:t>1</a:t>
            </a:r>
            <a:endParaRPr sz="205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71953" y="1445223"/>
            <a:ext cx="8148560" cy="8551312"/>
            <a:chOff x="671953" y="1445223"/>
            <a:chExt cx="8148560" cy="8551312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1953" y="1445223"/>
              <a:ext cx="3538957" cy="92281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87484" y="1552735"/>
              <a:ext cx="1263273" cy="60027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13332" y="1507938"/>
              <a:ext cx="783948" cy="82963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35227" y="2003470"/>
              <a:ext cx="994491" cy="7705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92992" y="1788445"/>
              <a:ext cx="994491" cy="5375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38678" y="2400449"/>
              <a:ext cx="1370786" cy="83322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44186" y="2248139"/>
              <a:ext cx="1218476" cy="117367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49973" y="2364611"/>
              <a:ext cx="1639567" cy="203378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81192" y="2364611"/>
              <a:ext cx="1962105" cy="303723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66166" y="2364611"/>
              <a:ext cx="2212968" cy="406756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58654" y="2364611"/>
              <a:ext cx="2266724" cy="507997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213331" y="2172376"/>
              <a:ext cx="2436954" cy="598486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213332" y="2060700"/>
              <a:ext cx="2607181" cy="793583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300505" y="2373570"/>
              <a:ext cx="2221927" cy="62715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010353" y="3292959"/>
              <a:ext cx="3386647" cy="8690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983475" y="4301941"/>
              <a:ext cx="3395607" cy="84218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153704" y="7225467"/>
              <a:ext cx="1281192" cy="8690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046191" y="5263362"/>
              <a:ext cx="3476241" cy="86906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090988" y="6266813"/>
              <a:ext cx="3413526" cy="86906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126825" y="9115899"/>
              <a:ext cx="3323932" cy="79738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189541" y="8157245"/>
              <a:ext cx="3314972" cy="86906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16750" y="7055239"/>
              <a:ext cx="869060" cy="86906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443855" y="7055239"/>
              <a:ext cx="895938" cy="582359"/>
            </a:xfrm>
            <a:prstGeom prst="rect">
              <a:avLst/>
            </a:prstGeom>
          </p:spPr>
        </p:pic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CC6F8298-AE80-6DD2-C25A-41A99AF2BF1C}"/>
              </a:ext>
            </a:extLst>
          </p:cNvPr>
          <p:cNvSpPr/>
          <p:nvPr/>
        </p:nvSpPr>
        <p:spPr>
          <a:xfrm>
            <a:off x="6244692" y="1180691"/>
            <a:ext cx="1753454" cy="88777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335C494-FDF9-1E18-B21C-D8845CFA6172}"/>
              </a:ext>
            </a:extLst>
          </p:cNvPr>
          <p:cNvSpPr/>
          <p:nvPr/>
        </p:nvSpPr>
        <p:spPr>
          <a:xfrm>
            <a:off x="6169346" y="4156756"/>
            <a:ext cx="1828800" cy="1828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AED1D0-A405-78DB-CD6E-B952AB844EE3}"/>
              </a:ext>
            </a:extLst>
          </p:cNvPr>
          <p:cNvSpPr/>
          <p:nvPr/>
        </p:nvSpPr>
        <p:spPr>
          <a:xfrm flipV="1">
            <a:off x="6207460" y="1933354"/>
            <a:ext cx="1721014" cy="2789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401" y="839696"/>
            <a:ext cx="1044575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Calibri"/>
                <a:cs typeface="Calibri"/>
              </a:rPr>
              <a:t>LEVEL </a:t>
            </a:r>
            <a:r>
              <a:rPr sz="2050" spc="-25" dirty="0">
                <a:latin typeface="Calibri"/>
                <a:cs typeface="Calibri"/>
              </a:rPr>
              <a:t>1</a:t>
            </a:r>
            <a:r>
              <a:rPr lang="en-IN" sz="2050" spc="-25" dirty="0">
                <a:latin typeface="Calibri"/>
                <a:cs typeface="Calibri"/>
              </a:rPr>
              <a:t>.1</a:t>
            </a:r>
            <a:endParaRPr sz="205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40735" y="1743648"/>
            <a:ext cx="5984875" cy="6278245"/>
            <a:chOff x="940735" y="1743648"/>
            <a:chExt cx="5984875" cy="62782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0735" y="1779486"/>
              <a:ext cx="5303956" cy="9048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56545" y="1743648"/>
              <a:ext cx="869060" cy="558169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1699" y="2248139"/>
              <a:ext cx="904897" cy="7884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0430" y="2481083"/>
              <a:ext cx="1227435" cy="133494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42461" y="2499002"/>
              <a:ext cx="1675405" cy="223984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09517" y="2499002"/>
              <a:ext cx="1890430" cy="311786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75126" y="2481083"/>
              <a:ext cx="2069618" cy="401380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67613" y="2499002"/>
              <a:ext cx="2221927" cy="491870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47638" y="2734712"/>
              <a:ext cx="3306013" cy="87801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30277" y="3472147"/>
              <a:ext cx="1173679" cy="56444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965556" y="3716816"/>
              <a:ext cx="1164720" cy="83322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001394" y="4609328"/>
              <a:ext cx="3323932" cy="81530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983475" y="5483918"/>
              <a:ext cx="3368729" cy="76154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055150" y="6313715"/>
              <a:ext cx="3288094" cy="79738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291546" y="6898839"/>
              <a:ext cx="1084085" cy="66299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153704" y="7197264"/>
              <a:ext cx="1155760" cy="824263"/>
            </a:xfrm>
            <a:prstGeom prst="rect">
              <a:avLst/>
            </a:prstGeom>
          </p:spPr>
        </p:pic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21EFA294-7653-11DF-8809-97BDFD55808A}"/>
              </a:ext>
            </a:extLst>
          </p:cNvPr>
          <p:cNvSpPr/>
          <p:nvPr/>
        </p:nvSpPr>
        <p:spPr>
          <a:xfrm>
            <a:off x="6110300" y="1743648"/>
            <a:ext cx="1729703" cy="54536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401" y="1723249"/>
            <a:ext cx="1044575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Calibri"/>
                <a:cs typeface="Calibri"/>
              </a:rPr>
              <a:t>LEVEL </a:t>
            </a:r>
            <a:r>
              <a:rPr sz="2050" spc="-25" dirty="0">
                <a:latin typeface="Calibri"/>
                <a:cs typeface="Calibri"/>
              </a:rPr>
              <a:t>1</a:t>
            </a:r>
            <a:r>
              <a:rPr lang="en-IN" sz="2050" spc="-25" dirty="0">
                <a:latin typeface="Calibri"/>
                <a:cs typeface="Calibri"/>
              </a:rPr>
              <a:t>.2</a:t>
            </a:r>
            <a:endParaRPr sz="205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7401" y="5524727"/>
            <a:ext cx="2341245" cy="1289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-60" dirty="0">
                <a:latin typeface="Calibri"/>
                <a:cs typeface="Calibri"/>
              </a:rPr>
              <a:t>DATABASE </a:t>
            </a:r>
            <a:r>
              <a:rPr sz="2450" spc="-10" dirty="0">
                <a:latin typeface="Calibri"/>
                <a:cs typeface="Calibri"/>
              </a:rPr>
              <a:t>DESIGN</a:t>
            </a:r>
            <a:endParaRPr sz="2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5"/>
              </a:spcBef>
            </a:pPr>
            <a:endParaRPr sz="2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50" spc="-10" dirty="0">
                <a:latin typeface="Calibri"/>
                <a:cs typeface="Calibri"/>
              </a:rPr>
              <a:t>LOGIN</a:t>
            </a:r>
            <a:endParaRPr sz="205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982597"/>
              </p:ext>
            </p:extLst>
          </p:nvPr>
        </p:nvGraphicFramePr>
        <p:xfrm>
          <a:off x="860102" y="7445512"/>
          <a:ext cx="5009561" cy="1090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9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9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98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163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050" dirty="0">
                          <a:latin typeface="Calibri"/>
                          <a:cs typeface="Calibri"/>
                        </a:rPr>
                        <a:t>FIELD</a:t>
                      </a:r>
                      <a:r>
                        <a:rPr sz="2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NAME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050" spc="-85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2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TYPE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050" spc="-10" dirty="0">
                          <a:latin typeface="Calibri"/>
                          <a:cs typeface="Calibri"/>
                        </a:rPr>
                        <a:t>CONSTRAINTS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797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LOGIN_ID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PRIMARY</a:t>
                      </a:r>
                      <a:r>
                        <a:rPr sz="17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468">
                <a:tc>
                  <a:txBody>
                    <a:bodyPr/>
                    <a:lstStyle/>
                    <a:p>
                      <a:pPr marL="56515">
                        <a:lnSpc>
                          <a:spcPts val="2020"/>
                        </a:lnSpc>
                        <a:spcBef>
                          <a:spcPts val="4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7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NAME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0"/>
                        </a:lnSpc>
                        <a:spcBef>
                          <a:spcPts val="4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VARCHAR(45)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0"/>
                        </a:lnSpc>
                        <a:spcBef>
                          <a:spcPts val="4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468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PASSWORD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VARCHAR(45)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1030329" y="2507961"/>
            <a:ext cx="6101715" cy="2266315"/>
            <a:chOff x="1030329" y="2507961"/>
            <a:chExt cx="6101715" cy="226631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1469" y="2606514"/>
              <a:ext cx="1191598" cy="6898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5961" y="2507961"/>
              <a:ext cx="725710" cy="8690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0329" y="2606514"/>
              <a:ext cx="3601673" cy="94073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84643" y="3284001"/>
              <a:ext cx="1146801" cy="8063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14083" y="3095854"/>
              <a:ext cx="806344" cy="5375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67840" y="3454229"/>
              <a:ext cx="922816" cy="78842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68729" y="3833288"/>
              <a:ext cx="1317029" cy="94073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5612" y="1281471"/>
            <a:ext cx="1534160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Calibri"/>
                <a:cs typeface="Calibri"/>
              </a:rPr>
              <a:t>DELIVERY</a:t>
            </a:r>
            <a:r>
              <a:rPr sz="2050" spc="-40" dirty="0">
                <a:latin typeface="Calibri"/>
                <a:cs typeface="Calibri"/>
              </a:rPr>
              <a:t> </a:t>
            </a:r>
            <a:r>
              <a:rPr sz="2050" spc="-25" dirty="0">
                <a:latin typeface="Calibri"/>
                <a:cs typeface="Calibri"/>
              </a:rPr>
              <a:t>BOY</a:t>
            </a:r>
            <a:endParaRPr sz="205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163788"/>
              </p:ext>
            </p:extLst>
          </p:nvPr>
        </p:nvGraphicFramePr>
        <p:xfrm>
          <a:off x="860101" y="2174142"/>
          <a:ext cx="5375909" cy="2230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1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1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1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01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dirty="0">
                          <a:latin typeface="Calibri"/>
                          <a:cs typeface="Calibri"/>
                        </a:rPr>
                        <a:t>FIELD</a:t>
                      </a:r>
                      <a:r>
                        <a:rPr sz="2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NAME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spc="-85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2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TYPE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spc="-10" dirty="0">
                          <a:latin typeface="Calibri"/>
                          <a:cs typeface="Calibri"/>
                        </a:rPr>
                        <a:t>CONSTRAINTS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D_ID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PRIMARY</a:t>
                      </a:r>
                      <a:r>
                        <a:rPr sz="17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7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NAME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05"/>
                        </a:lnSpc>
                        <a:spcBef>
                          <a:spcPts val="6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PASSWORD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05"/>
                        </a:lnSpc>
                        <a:spcBef>
                          <a:spcPts val="6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05"/>
                        </a:lnSpc>
                        <a:spcBef>
                          <a:spcPts val="6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30"/>
                        </a:lnSpc>
                        <a:spcBef>
                          <a:spcPts val="35"/>
                        </a:spcBef>
                      </a:pPr>
                      <a:r>
                        <a:rPr lang="en-IN" sz="1700" spc="-10" dirty="0">
                          <a:latin typeface="Calibri"/>
                          <a:cs typeface="Calibri"/>
                        </a:rPr>
                        <a:t>D_PLACE</a:t>
                      </a:r>
                      <a:endParaRPr lang="en-IN" sz="1700" dirty="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0"/>
                        </a:lnSpc>
                        <a:spcBef>
                          <a:spcPts val="3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0"/>
                        </a:lnSpc>
                        <a:spcBef>
                          <a:spcPts val="3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D_PHONE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D_EMAIL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14"/>
                        </a:lnSpc>
                        <a:spcBef>
                          <a:spcPts val="5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D_PROOF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14"/>
                        </a:lnSpc>
                        <a:spcBef>
                          <a:spcPts val="5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14"/>
                        </a:lnSpc>
                        <a:spcBef>
                          <a:spcPts val="5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47401" y="5287390"/>
            <a:ext cx="586105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20" dirty="0">
                <a:latin typeface="Calibri"/>
                <a:cs typeface="Calibri"/>
              </a:rPr>
              <a:t>USER</a:t>
            </a:r>
            <a:endParaRPr sz="205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887563"/>
              </p:ext>
            </p:extLst>
          </p:nvPr>
        </p:nvGraphicFramePr>
        <p:xfrm>
          <a:off x="860101" y="6187944"/>
          <a:ext cx="5375909" cy="2218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1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1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1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1945">
                <a:tc>
                  <a:txBody>
                    <a:bodyPr/>
                    <a:lstStyle/>
                    <a:p>
                      <a:pPr marL="56515">
                        <a:lnSpc>
                          <a:spcPts val="2430"/>
                        </a:lnSpc>
                        <a:spcBef>
                          <a:spcPts val="10"/>
                        </a:spcBef>
                      </a:pPr>
                      <a:r>
                        <a:rPr sz="2050" dirty="0">
                          <a:latin typeface="Calibri"/>
                          <a:cs typeface="Calibri"/>
                        </a:rPr>
                        <a:t>FIELD</a:t>
                      </a:r>
                      <a:r>
                        <a:rPr sz="2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NAME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430"/>
                        </a:lnSpc>
                        <a:spcBef>
                          <a:spcPts val="10"/>
                        </a:spcBef>
                      </a:pPr>
                      <a:r>
                        <a:rPr sz="2050" spc="-85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2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TYPE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430"/>
                        </a:lnSpc>
                        <a:spcBef>
                          <a:spcPts val="10"/>
                        </a:spcBef>
                      </a:pPr>
                      <a:r>
                        <a:rPr sz="2050" spc="-10" dirty="0">
                          <a:latin typeface="Calibri"/>
                          <a:cs typeface="Calibri"/>
                        </a:rPr>
                        <a:t>CONSTRAINTS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14"/>
                        </a:lnSpc>
                        <a:spcBef>
                          <a:spcPts val="50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U_ID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14"/>
                        </a:lnSpc>
                        <a:spcBef>
                          <a:spcPts val="50"/>
                        </a:spcBef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14"/>
                        </a:lnSpc>
                        <a:spcBef>
                          <a:spcPts val="5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PRIMARY</a:t>
                      </a:r>
                      <a:r>
                        <a:rPr sz="17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39"/>
                        </a:lnSpc>
                        <a:spcBef>
                          <a:spcPts val="2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USERNAME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9"/>
                        </a:lnSpc>
                        <a:spcBef>
                          <a:spcPts val="2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9"/>
                        </a:lnSpc>
                        <a:spcBef>
                          <a:spcPts val="2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39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PASSWORD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9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9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2030"/>
                        </a:lnSpc>
                        <a:spcBef>
                          <a:spcPts val="35"/>
                        </a:spcBef>
                      </a:pPr>
                      <a:r>
                        <a:rPr lang="en-IN" sz="1700" spc="-10" dirty="0">
                          <a:latin typeface="Calibri"/>
                          <a:cs typeface="Calibri"/>
                        </a:rPr>
                        <a:t>D_PLACE</a:t>
                      </a:r>
                      <a:endParaRPr lang="en-IN" sz="17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4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U_PHONE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40"/>
                        </a:spcBef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4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U_EMAIL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U_PROOF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401" y="839696"/>
            <a:ext cx="911860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10" dirty="0">
                <a:latin typeface="Calibri"/>
                <a:cs typeface="Calibri"/>
              </a:rPr>
              <a:t>VEHICLE</a:t>
            </a:r>
            <a:endParaRPr sz="205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60101" y="1732141"/>
          <a:ext cx="5375909" cy="1419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1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1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1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01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dirty="0">
                          <a:latin typeface="Calibri"/>
                          <a:cs typeface="Calibri"/>
                        </a:rPr>
                        <a:t>FIELD</a:t>
                      </a:r>
                      <a:r>
                        <a:rPr sz="2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NAME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spc="-85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2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TYPE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spc="-10" dirty="0">
                          <a:latin typeface="Calibri"/>
                          <a:cs typeface="Calibri"/>
                        </a:rPr>
                        <a:t>CONSTRAINTS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V_ID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PRIMARY</a:t>
                      </a:r>
                      <a:r>
                        <a:rPr sz="17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35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V_NAME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5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5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V_NUMBER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VARCHAR(20)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3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V_MODEL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3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3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47401" y="4031291"/>
            <a:ext cx="1075055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10" dirty="0">
                <a:latin typeface="Calibri"/>
                <a:cs typeface="Calibri"/>
              </a:rPr>
              <a:t>PRODUCT</a:t>
            </a:r>
            <a:endParaRPr sz="205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60101" y="4933631"/>
          <a:ext cx="5375909" cy="1407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1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1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1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1945">
                <a:tc>
                  <a:txBody>
                    <a:bodyPr/>
                    <a:lstStyle/>
                    <a:p>
                      <a:pPr marL="56515">
                        <a:lnSpc>
                          <a:spcPts val="2440"/>
                        </a:lnSpc>
                      </a:pPr>
                      <a:r>
                        <a:rPr sz="2050" dirty="0">
                          <a:latin typeface="Calibri"/>
                          <a:cs typeface="Calibri"/>
                        </a:rPr>
                        <a:t>FIELD</a:t>
                      </a:r>
                      <a:r>
                        <a:rPr sz="2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NAME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440"/>
                        </a:lnSpc>
                      </a:pPr>
                      <a:r>
                        <a:rPr sz="2050" spc="-85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2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TYPE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440"/>
                        </a:lnSpc>
                      </a:pPr>
                      <a:r>
                        <a:rPr sz="2050" spc="-10" dirty="0">
                          <a:latin typeface="Calibri"/>
                          <a:cs typeface="Calibri"/>
                        </a:rPr>
                        <a:t>CONSTRAINTS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35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P_ID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35"/>
                        </a:spcBef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3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PRIMARY</a:t>
                      </a:r>
                      <a:r>
                        <a:rPr sz="17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P_NAME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P_PRICE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10"/>
                        </a:lnSpc>
                        <a:spcBef>
                          <a:spcPts val="5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P_IMAGE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10"/>
                        </a:lnSpc>
                        <a:spcBef>
                          <a:spcPts val="5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10"/>
                        </a:lnSpc>
                        <a:spcBef>
                          <a:spcPts val="5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776A061-CDDA-97EB-B8BB-2E39E81EADB4}"/>
              </a:ext>
            </a:extLst>
          </p:cNvPr>
          <p:cNvSpPr txBox="1"/>
          <p:nvPr/>
        </p:nvSpPr>
        <p:spPr>
          <a:xfrm>
            <a:off x="1942723" y="4843779"/>
            <a:ext cx="38854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401" y="1281471"/>
            <a:ext cx="775335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10" dirty="0">
                <a:latin typeface="Calibri"/>
                <a:cs typeface="Calibri"/>
              </a:rPr>
              <a:t>ORDER</a:t>
            </a:r>
            <a:endParaRPr sz="205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60101" y="2174142"/>
          <a:ext cx="5464175" cy="195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1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1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1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01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dirty="0">
                          <a:latin typeface="Calibri"/>
                          <a:cs typeface="Calibri"/>
                        </a:rPr>
                        <a:t>FIELD</a:t>
                      </a:r>
                      <a:r>
                        <a:rPr sz="2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NAME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spc="-85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2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TYPE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spc="-10" dirty="0">
                          <a:latin typeface="Calibri"/>
                          <a:cs typeface="Calibri"/>
                        </a:rPr>
                        <a:t>CONSTRAINTS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O_ID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PRIMARY</a:t>
                      </a:r>
                      <a:r>
                        <a:rPr sz="17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USER_ID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FOREIGN</a:t>
                      </a:r>
                      <a:r>
                        <a:rPr sz="17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05"/>
                        </a:lnSpc>
                        <a:spcBef>
                          <a:spcPts val="60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P_ID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05"/>
                        </a:lnSpc>
                        <a:spcBef>
                          <a:spcPts val="60"/>
                        </a:spcBef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05"/>
                        </a:lnSpc>
                        <a:spcBef>
                          <a:spcPts val="6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FOREIGN</a:t>
                      </a:r>
                      <a:r>
                        <a:rPr sz="17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30"/>
                        </a:lnSpc>
                        <a:spcBef>
                          <a:spcPts val="35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DATE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0"/>
                        </a:lnSpc>
                        <a:spcBef>
                          <a:spcPts val="35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DATE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0"/>
                        </a:lnSpc>
                        <a:spcBef>
                          <a:spcPts val="3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TIME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TIME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QUALITY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47401" y="5015949"/>
            <a:ext cx="821055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10" dirty="0">
                <a:latin typeface="Calibri"/>
                <a:cs typeface="Calibri"/>
              </a:rPr>
              <a:t>ASSIGN</a:t>
            </a:r>
            <a:endParaRPr sz="205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60101" y="5913183"/>
          <a:ext cx="5464175" cy="195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1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1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1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01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50" dirty="0">
                          <a:latin typeface="Calibri"/>
                          <a:cs typeface="Calibri"/>
                        </a:rPr>
                        <a:t>FIELD</a:t>
                      </a:r>
                      <a:r>
                        <a:rPr sz="2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NAME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50" spc="-85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2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TYPE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50" spc="-10" dirty="0">
                          <a:latin typeface="Calibri"/>
                          <a:cs typeface="Calibri"/>
                        </a:rPr>
                        <a:t>CONSTRAINTS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A_ID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PRIMARY</a:t>
                      </a:r>
                      <a:r>
                        <a:rPr sz="17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14"/>
                        </a:lnSpc>
                        <a:spcBef>
                          <a:spcPts val="50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O_ID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14"/>
                        </a:lnSpc>
                        <a:spcBef>
                          <a:spcPts val="50"/>
                        </a:spcBef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14"/>
                        </a:lnSpc>
                        <a:spcBef>
                          <a:spcPts val="5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FOREIGN</a:t>
                      </a:r>
                      <a:r>
                        <a:rPr sz="17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39"/>
                        </a:lnSpc>
                        <a:spcBef>
                          <a:spcPts val="25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D_ID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9"/>
                        </a:lnSpc>
                        <a:spcBef>
                          <a:spcPts val="25"/>
                        </a:spcBef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9"/>
                        </a:lnSpc>
                        <a:spcBef>
                          <a:spcPts val="2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FOREIGN</a:t>
                      </a:r>
                      <a:r>
                        <a:rPr sz="17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39"/>
                        </a:lnSpc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DATE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9"/>
                        </a:lnSpc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DATE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9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TIME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TIME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4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STATUS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4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4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401" y="839696"/>
            <a:ext cx="1323975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10" dirty="0">
                <a:latin typeface="Calibri"/>
                <a:cs typeface="Calibri"/>
              </a:rPr>
              <a:t>COMPLAINT</a:t>
            </a:r>
            <a:endParaRPr sz="205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60101" y="1732141"/>
          <a:ext cx="5464175" cy="195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1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1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1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01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dirty="0">
                          <a:latin typeface="Calibri"/>
                          <a:cs typeface="Calibri"/>
                        </a:rPr>
                        <a:t>FIELD</a:t>
                      </a:r>
                      <a:r>
                        <a:rPr sz="2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NAME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spc="-85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2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TYPE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spc="-10" dirty="0">
                          <a:latin typeface="Calibri"/>
                          <a:cs typeface="Calibri"/>
                        </a:rPr>
                        <a:t>CONSTRAINTS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C_ID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PRIMARY</a:t>
                      </a:r>
                      <a:r>
                        <a:rPr sz="17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35"/>
                        </a:lnSpc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U_ID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5"/>
                        </a:lnSpc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5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FOREIGN</a:t>
                      </a:r>
                      <a:r>
                        <a:rPr sz="17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COMPLAINT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3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REPLY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3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VARCHAR(40)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3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DATE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DATE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TIME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TIME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47401" y="4574174"/>
            <a:ext cx="1053465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35" dirty="0">
                <a:latin typeface="Calibri"/>
                <a:cs typeface="Calibri"/>
              </a:rPr>
              <a:t>PAYMENT</a:t>
            </a:r>
            <a:endParaRPr sz="205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60101" y="5471188"/>
          <a:ext cx="5464175" cy="195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1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1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1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01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50" dirty="0">
                          <a:latin typeface="Calibri"/>
                          <a:cs typeface="Calibri"/>
                        </a:rPr>
                        <a:t>FIELD</a:t>
                      </a:r>
                      <a:r>
                        <a:rPr sz="2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NAME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50" spc="-85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2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TYPE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50" spc="-10" dirty="0">
                          <a:latin typeface="Calibri"/>
                          <a:cs typeface="Calibri"/>
                        </a:rPr>
                        <a:t>CONSTRAINTS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PAYMENT_ID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PRIMARY</a:t>
                      </a:r>
                      <a:r>
                        <a:rPr sz="17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10"/>
                        </a:lnSpc>
                        <a:spcBef>
                          <a:spcPts val="50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U_ID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10"/>
                        </a:lnSpc>
                        <a:spcBef>
                          <a:spcPts val="50"/>
                        </a:spcBef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10"/>
                        </a:lnSpc>
                        <a:spcBef>
                          <a:spcPts val="5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FOREIGN</a:t>
                      </a:r>
                      <a:r>
                        <a:rPr sz="17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35"/>
                        </a:lnSpc>
                        <a:spcBef>
                          <a:spcPts val="25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O_ID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5"/>
                        </a:lnSpc>
                        <a:spcBef>
                          <a:spcPts val="25"/>
                        </a:spcBef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5"/>
                        </a:lnSpc>
                        <a:spcBef>
                          <a:spcPts val="2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FOREIGN</a:t>
                      </a:r>
                      <a:r>
                        <a:rPr sz="17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AMOUNT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VARCHAR(20)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DATE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DATE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20"/>
                        </a:lnSpc>
                        <a:spcBef>
                          <a:spcPts val="40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TIME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0"/>
                        </a:lnSpc>
                        <a:spcBef>
                          <a:spcPts val="40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TIME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0"/>
                        </a:lnSpc>
                        <a:spcBef>
                          <a:spcPts val="4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Custom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DATA FLOW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DFD.pdf</dc:title>
  <cp:lastModifiedBy>nasarinasari143@gmail.com</cp:lastModifiedBy>
  <cp:revision>7</cp:revision>
  <dcterms:created xsi:type="dcterms:W3CDTF">2024-08-30T07:04:23Z</dcterms:created>
  <dcterms:modified xsi:type="dcterms:W3CDTF">2024-08-30T16:09:16Z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oducer">
    <vt:lpwstr>Skia/PDF m129 Google Docs Renderer</vt:lpwstr>
  </property>
</Properties>
</file>